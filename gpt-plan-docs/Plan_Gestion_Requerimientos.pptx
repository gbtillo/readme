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7395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Gestión de Requerimientos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6473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integral · Modelo reutilizable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9326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PLAN DE GESTIÓN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 REQUERIMIENTOS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F5"/>
                </a:solidFill>
              </a:rPr>
              <a:t>Modelo operativo para gestionar una lista amplia de requerimientos sin perder control sobre los demás proyectos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2743200" cy="0"/>
          </a:xfrm>
          <a:prstGeom prst="line">
            <a:avLst/>
          </a:prstGeom>
          <a:noFill/>
          <a:ln w="25400">
            <a:solidFill>
              <a:srgbClr val="7FB3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</a:rPr>
              <a:t>Inicio de referencia: 28 de septiembre de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Necesidad → DEF → Historias → Desarrollo → Pruebas → Validación → Producción → Cierre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1. Objetivo del modelo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Convertir una lista grande de solicitudes en un sistema de trabajo predecible y reutilizable.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33756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5819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VISIBILIDAD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" y="1965960"/>
            <a:ext cx="308152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Un único backlog con prioridad, estado, esfuerzo, fechas, dependencias y responsables.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508760"/>
            <a:ext cx="333756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5819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CAPACIDAD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2856" y="1965960"/>
            <a:ext cx="308152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Fechas comprometidas según horas realmente disponibles, considerando otros proyectos.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08760"/>
            <a:ext cx="333756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819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11896" y="1965960"/>
            <a:ext cx="3081528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Estados, Definition of Ready, Definition of Done, bloqueos y métricas semanales.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Principio rector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53044"/>
                </a:solidFill>
              </a:rPr>
              <a:t>No se planifica contra "todo el tiempo disponible"; se planifica contra la capacidad efectiva reservada para requerimientos.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2. Flujo estándar de atención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Un mismo ciclo para cualquier aplicación o tipo de requerimiento.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51560" cy="82296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65D"/>
                </a:solidFill>
              </a:rPr>
              <a:t>Necesidad / Cambio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86484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1874520"/>
            <a:ext cx="1051560" cy="82296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65D"/>
                </a:solidFill>
              </a:rPr>
              <a:t>Análisis y Triage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56916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3784" y="1874520"/>
            <a:ext cx="1051560" cy="82296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DEF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27348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14216" y="1874520"/>
            <a:ext cx="1051560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78224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65D"/>
                </a:solidFill>
              </a:rPr>
              <a:t>Historias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97780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4648" y="1874520"/>
            <a:ext cx="1051560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Ready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8212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874520"/>
            <a:ext cx="105156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65D"/>
                </a:solidFill>
              </a:rPr>
              <a:t>Desarrollo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38644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5512" y="1874520"/>
            <a:ext cx="105156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65D"/>
                </a:solidFill>
              </a:rPr>
              <a:t>Pruebas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09076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95944" y="1874520"/>
            <a:ext cx="105156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9952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65D"/>
                </a:solidFill>
              </a:rPr>
              <a:t>Validación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79508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66376" y="1874520"/>
            <a:ext cx="105156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30384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65D"/>
                </a:solidFill>
              </a:rPr>
              <a:t>Producción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49940" y="2121408"/>
            <a:ext cx="109728" cy="329184"/>
          </a:xfrm>
          <a:prstGeom prst="chevron">
            <a:avLst/>
          </a:prstGeom>
          <a:solidFill>
            <a:srgbClr val="9FBAD0"/>
          </a:solidFill>
          <a:ln w="12700">
            <a:solidFill>
              <a:srgbClr val="9FBA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36808" y="1874520"/>
            <a:ext cx="1051560" cy="822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0816" y="2039112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65D"/>
                </a:solidFill>
              </a:rPr>
              <a:t>Cierre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4400" y="33375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3337560"/>
            <a:ext cx="315468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" y="3410712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DEFINITION OF READY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42416" y="3794760"/>
            <a:ext cx="2898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DEF aprobada · historias · criterios de aceptación · dependencias · estimación.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26280" y="33375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6280" y="3337560"/>
            <a:ext cx="315468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4296" y="3410712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DEFINITION OF DONE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54296" y="3794760"/>
            <a:ext cx="2898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Código · revisión · pruebas · validación · aprobación · despliegue · verificación.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138160" y="33375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3337560"/>
            <a:ext cx="315468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66176" y="3410712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BLOQUEADO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66176" y="3794760"/>
            <a:ext cx="2898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Información, dependencia o aprobación pendiente. No se contabiliza como trabajo productivo disponible.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3. Triage y priorización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La prioridad no se define solo por "urgencia".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Factores a revisar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329184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9019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Impacto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2286000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Negocio / usuario / operación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97480"/>
            <a:ext cx="329184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277063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Urgencia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" y="3154680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Fecha límite o ventana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566160"/>
            <a:ext cx="329184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363931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Riesgo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4023360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Operativo / seguridad / regulación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434840"/>
            <a:ext cx="3291840" cy="34747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450799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Dependencias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" y="4892040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Desbloquea otros trabajos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Categorías prácticas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26280" y="1828800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1828800"/>
            <a:ext cx="658368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190195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P1 - Crítica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54296" y="2286000"/>
            <a:ext cx="6327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Producción, seguridad, regulación o bloqueo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26280" y="2697480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2697480"/>
            <a:ext cx="658368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277063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P2 - Alta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54296" y="3154680"/>
            <a:ext cx="6327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Alto impacto de negocio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26280" y="3566160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3566160"/>
            <a:ext cx="658368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363931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P3 - Media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54296" y="4023360"/>
            <a:ext cx="6327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Mejora importante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26280" y="4434840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26280" y="4434840"/>
            <a:ext cx="6583680" cy="34747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450799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P4 - Baja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54296" y="4892040"/>
            <a:ext cx="6327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Mejora / conveniencia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4. Estimación y capacidad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Separar esfuerzo, duración y capacidad evita compromisos irreales.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Esfuerzo por requerimiento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Análisis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783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2 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DEF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21945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3 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Historias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6060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2 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Desarrollo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0175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10 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Pruebas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4290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4 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Correcciones / validación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840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3 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Producción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42519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1 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892040"/>
            <a:ext cx="3108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010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Total = 25 h de esfuerzo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17720" y="1417320"/>
            <a:ext cx="6583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417320"/>
            <a:ext cx="658368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14904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CAPACIDAD SEMANAL DE REFERENCIA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45736" y="1874520"/>
            <a:ext cx="6327648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40 h de jornada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→ 20 h requerimientos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→ 12 h otros proyectos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→ 4 h reuniones / coordinación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→ 4 h contingencia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3749040"/>
            <a:ext cx="6583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749040"/>
            <a:ext cx="658368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382219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REGLA DE PLANIFICACIÓN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45736" y="4206240"/>
            <a:ext cx="6327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Esfuerzo = horas de trabajo.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Duración = calendario afectado por dependencias, aprobaciones y otros proyectos.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5. Ciclo semanal de trabajo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El plan se mantiene vivo: maestro, quincenal, semanal y diario.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Plan maestro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0392" y="2514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Todo el backlog y prioridades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Plan 2 semanas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39312" y="2514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Candidatos probables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2423160" cy="18288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Plan semanal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8232" y="2514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Compromisos reales según capacidad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Plan diario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17152" y="2514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Bloques de foco y seguimiento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Cadencia recomendada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3044"/>
                </a:solidFill>
              </a:rPr>
              <a:t>Lunes: planificar · Durante la semana: ejecutar y desbloquear · Viernes: comparar plan vs. real y preparar siguiente ciclo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6. Ejemplo de arranque — semana del 28 de septiembre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El primer día se usa para ordenar el sistema; no para abrir trabajo indiscriminadamente.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965960" cy="2834640"/>
          </a:xfrm>
          <a:prstGeom prst="roundRect">
            <a:avLst/>
          </a:prstGeom>
          <a:solidFill>
            <a:srgbClr val="DCEAF7"/>
          </a:solidFill>
          <a:ln w="254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Lun 28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Inventario + triage + prioridades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98648" y="1600200"/>
            <a:ext cx="19659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8376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Mar 29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DEF + historias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02936" y="1600200"/>
            <a:ext cx="19659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2664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Mié 30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67528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Desarrollo / análisis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07224" y="1600200"/>
            <a:ext cx="19659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Jue 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71816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Desarrollo + pruebas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11512" y="1600200"/>
            <a:ext cx="19659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Vie 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76104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044"/>
                </a:solidFill>
              </a:rPr>
              <a:t>Validación + cierre + siguiente ciclo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Meta del primer ciclo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519379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044"/>
                </a:solidFill>
              </a:rPr>
              <a:t>Tener backlog único, prioridades visibles, capacidad reservada y el primer conjunto de requerimientos listo para ejecutar.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7. Control del trabajo en curso (WIP)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Menos trabajo abierto, más requerimientos terminados.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ANÁLISIS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75B5"/>
                </a:solidFill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máximo sugerido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DEF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44368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75B5"/>
                </a:solidFill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971800" y="3291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máximo sugerido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169164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DESARROLLO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75B5"/>
                </a:solidFill>
              </a:rPr>
              <a:t>2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máximo sugerido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169164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PRUEBAS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07808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75B5"/>
                </a:solidFill>
              </a:rPr>
              <a:t>2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7635240" y="3291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máximo sugerido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29800" y="169164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39528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VALIDACIÓN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39528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75B5"/>
                </a:solidFill>
              </a:rPr>
              <a:t>1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966960" y="3291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máximo sugerido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Regla práctica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47548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53044"/>
                </a:solidFill>
              </a:rPr>
              <a:t>No abrir un nuevo requerimiento solo porque existe capacidad parcial. Primero terminar, desbloquear o replanificar el trabajo que ya está en curso.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8. Tablero y métricas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El tablero debe permitir gestionar, no solo reportar.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333756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819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Backlog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1965960"/>
            <a:ext cx="30815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Total y por prioridad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08760"/>
            <a:ext cx="3337560" cy="34747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5819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Flujo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1965960"/>
            <a:ext cx="30815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Por estado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08760"/>
            <a:ext cx="333756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5819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Capacidad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6176" y="1965960"/>
            <a:ext cx="30815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Disponible vs. comprometida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29000"/>
            <a:ext cx="333756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50215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Ejecución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3886200"/>
            <a:ext cx="30815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Horas planificadas vs. reales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42900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3429000"/>
            <a:ext cx="333756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350215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Riesgos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17136" y="3886200"/>
            <a:ext cx="30815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Bloqueos y dependencias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42900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429000"/>
            <a:ext cx="333756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350215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Fechas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66176" y="3886200"/>
            <a:ext cx="30815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3044"/>
                </a:solidFill>
              </a:rPr>
              <a:t>Próximas puestas en producción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Revisión semanal: ¿qué estaba planificado, qué se terminó, qué se bloqueó y qué cambia para el siguiente ciclo?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9. Gobernanza mínima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Las reglas deben ser simples, visibles y aplicables a cualquier circunstancia.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Entrada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65960" y="137160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4"/>
                </a:solidFill>
              </a:rPr>
              <a:t>Todo requerimiento debe tener origen, necesidad y responsable.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965960" y="1810512"/>
            <a:ext cx="91440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Ready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208483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4"/>
                </a:solidFill>
              </a:rPr>
              <a:t>No iniciar desarrollo sin DEF, historias, aceptación y dependencias claras.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965960" y="2523744"/>
            <a:ext cx="91440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980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Fechas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798064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4"/>
                </a:solidFill>
              </a:rPr>
              <a:t>Comprometer fechas solo con capacidad y dependencias visibles.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965960" y="3236976"/>
            <a:ext cx="91440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11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Bloqueos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65960" y="3511296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4"/>
                </a:solidFill>
              </a:rPr>
              <a:t>Registrar bloqueo, responsable de resolverlo y fecha de seguimiento.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965960" y="3950208"/>
            <a:ext cx="91440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Producción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65960" y="422452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4"/>
                </a:solidFill>
              </a:rPr>
              <a:t>Validación y aprobación antes del despliegue.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965960" y="4663440"/>
            <a:ext cx="91440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37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Cierre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49377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4"/>
                </a:solidFill>
              </a:rPr>
              <a:t>Registrar resultado, evidencia y fecha real de producción.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10. Próximos pasos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784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Aplicación inmediata del modelo.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007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5819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044"/>
                </a:solidFill>
              </a:rPr>
              <a:t>Crear / depurar backlog único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594360" cy="5943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7007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15819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044"/>
                </a:solidFill>
              </a:rPr>
              <a:t>Clasificar prioridad + complejidad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594360" cy="59436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7007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15819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044"/>
                </a:solidFill>
              </a:rPr>
              <a:t>Estimar el primer grupo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594360" cy="59436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667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5478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044"/>
                </a:solidFill>
              </a:rPr>
              <a:t>Reservar capacidad semanal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80560" y="3566160"/>
            <a:ext cx="594360" cy="59436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6667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57800" y="35478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044"/>
                </a:solidFill>
              </a:rPr>
              <a:t>Definir agenda y WIP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38160" y="3566160"/>
            <a:ext cx="594360" cy="59436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36667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15400" y="35478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044"/>
                </a:solidFill>
              </a:rPr>
              <a:t>Revisar avance cada viernes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5532120"/>
            <a:ext cx="10241280" cy="59436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68756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Resultado esperado: un flujo visible, capacidad protegida y entregas con fechas sustentadas.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Gestión de Requerimientos</dc:title>
  <dc:subject>Plan genérico de gestión de requerimientos</dc:subject>
  <dc:creator>OpenAI</dc:creator>
  <cp:lastModifiedBy>OpenAI</cp:lastModifiedBy>
  <cp:revision>1</cp:revision>
  <dcterms:created xsi:type="dcterms:W3CDTF">2026-09-28T02:45:38Z</dcterms:created>
  <dcterms:modified xsi:type="dcterms:W3CDTF">2026-09-28T02:45:38Z</dcterms:modified>
</cp:coreProperties>
</file>