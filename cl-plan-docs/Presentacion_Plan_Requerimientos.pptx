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gestión de requerimientos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con DEF: de la necesidad o cambio hasta producción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Arranque: lunes 28 de septiembre de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07008" y="41148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07008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73936" y="411480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73936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40864" y="41148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40864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07792" y="41148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07792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41148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41648" y="41148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41648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08576" y="41148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08576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75504" y="41148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75504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principios que sostienen el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96896" cy="310896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DEF aprobado no hay desarrollo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63240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documento de definición funcional es la línea base. Los cambios de alcance se registran como nueva versión del DEF.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3552" y="1280160"/>
            <a:ext cx="2596896" cy="310896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02152" y="15087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02152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19456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Máximo 3 requerimientos activos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3063240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trabajo en curso. Si uno se bloquea más de 2 días, sale del límite y entra el siguiente.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9904" y="1280160"/>
            <a:ext cx="2596896" cy="310896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18504" y="15087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18504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18504" y="219456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20 % de reserva para urgencias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3063240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urgencias también pasan por triaje y DEF, aunque sea abreviado. Si no hay, se adelanta el siguiente.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de cada requerimiento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90472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9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61872"/>
            <a:ext cx="18470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y triaje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con impacto, prioridad y tamaño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73552" y="1188720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10712" y="1490472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0712" y="149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261872"/>
            <a:ext cx="18470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del DEF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Alcance, reglas, flujos y riesgos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9904" y="1188720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7064" y="1490472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27064" y="149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748272" y="1261872"/>
            <a:ext cx="18470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del DEF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aprobado (línea base)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679192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2450592"/>
            <a:ext cx="18470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y criterios de aceptación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y casos de prueba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73552" y="2377440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10712" y="2679192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1071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2450592"/>
            <a:ext cx="18470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Refinamiento y estimación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acordado con el equipo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9904" y="2377440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27064" y="2679192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27064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48272" y="2450592"/>
            <a:ext cx="18470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del desarrollo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Dudas resueltas, cambios controlados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867912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" y="3639312"/>
            <a:ext cx="18470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(QA/UAT)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aceptación firmada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73552" y="3566160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10712" y="3867912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10712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931920" y="3639312"/>
            <a:ext cx="18470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producción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Aprobación, release y rollback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89904" y="3566160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27064" y="3867912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27064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48272" y="3639312"/>
            <a:ext cx="18470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Post-producción y cierre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actualizado y lecciones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 de tu gestión según el tamaño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6896" cy="32004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5740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 h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gestión · 1 semana de calendario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7472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puntual: una pantalla o regla, sin integraciones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3552" y="1234440"/>
            <a:ext cx="2596896" cy="32004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2152" y="14630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215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05740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h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88036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gestión · 2 a 3 semanas de calendario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347472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pantallas o reglas, o una integración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9904" y="1234440"/>
            <a:ext cx="2596896" cy="32004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14630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1850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18504" y="205740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35.5 h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6318504" y="288036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gestión · 4 a 6 semanas de calendario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18504" y="347472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áreas, integraciones múltiples o impacto en datos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 y ritmo semanal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Requerimientos (tu gestión)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Otros proyectos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Reuniones e imprevistos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Planificación y revisión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semana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754880" y="1280160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892040" y="13075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· 2 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Planificación: revisar tablero, priorizar y confirmar los 3 activos.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754880" y="2011680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92040" y="20391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· 30 min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con el equipo y desbloqueo.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2743200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27706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a jueves · 4 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profundo en requerimientos, con el DEF por la mañana.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3474720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35021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· 2 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avance y riesgos, y resumen semanal.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asignan las fechas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5361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716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86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+ urgencia + riesgo − esfuerzo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30552" y="1234440"/>
            <a:ext cx="15361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13716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67712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67712" y="2286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S, M o 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03904" y="1234440"/>
            <a:ext cx="15361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1064" y="13716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41064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941064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Carril e inicio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41064" y="2286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cupo libre entre 3 carriles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77256" y="1234440"/>
            <a:ext cx="15361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14416" y="13716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14416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14416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 de fin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14416" y="2286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+ duración + 20 % de colchón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50608" y="1234440"/>
            <a:ext cx="15361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7768" y="13716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87768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287768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Hitos fijos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87768" y="2286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Ventanas de despliegue y feriados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34747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(días) = horas de gestión ÷ horas por carril y día × 1,2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h/semana ÷ 5 días ÷ 3 carriles = 1,33 h por carril y día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Arranque: 28 de septiembre al 2 de octubre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040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el tablero, volcar toda la lista de requerimientos y fijar la plantilla única de DEF.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Triaje masivo: prioridad y tamaño de cada uno. Elegir los 3 primeros.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 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Redactar el DEF del #1, empezar el del #2 y agendar validaciones.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el DEF del #1 y redactar el del #3.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Revisión semanal, historias del #1 y fechas tentativas de los 10 primeros.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cerrar la semana: tablero listo, backlog priorizado y tres DEF en marcha.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gestión de requerimientos</dc:title>
  <dc:subject>PptxGenJS Presentation</dc:subject>
  <dc:creator>PptxGenJS</dc:creator>
  <cp:lastModifiedBy>PptxGenJS</cp:lastModifiedBy>
  <cp:revision>1</cp:revision>
  <dcterms:created xsi:type="dcterms:W3CDTF">2026-09-28T02:23:25Z</dcterms:created>
  <dcterms:modified xsi:type="dcterms:W3CDTF">2026-09-28T02:23:25Z</dcterms:modified>
</cp:coreProperties>
</file>