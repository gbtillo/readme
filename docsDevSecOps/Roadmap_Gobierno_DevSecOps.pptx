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754880"/>
            <a:ext cx="2743200" cy="2743200"/>
          </a:xfrm>
          <a:prstGeom prst="ellipse">
            <a:avLst/>
          </a:prstGeom>
          <a:solidFill>
            <a:srgbClr val="3E8E5A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Gobierno DevSecOps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adopción y uso del corpus documental de gobernanza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572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457200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4572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457200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4572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Continuo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documentos  ·  6 dominios  ·  3 fases de madurez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 esta hoja de ruta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corpus se implementa en tres fases secuenciales; cada una habilita la siguiente.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5204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733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1673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las bases normativas, arquitectónicas y organizacionales del modelo antes de automatizar procesos.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1480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5047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9728" cy="10972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5340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733288"/>
            <a:ext cx="109728" cy="109728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5632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60258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5925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59352" y="3593592"/>
            <a:ext cx="356616" cy="219456"/>
          </a:xfrm>
          <a:prstGeom prst="rightArrow">
            <a:avLst/>
          </a:prstGeom>
          <a:solidFill>
            <a:srgbClr val="6E7597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60020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2011680"/>
            <a:ext cx="35204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16733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03520" y="1673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26280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Operacionalizar el gobierno mediante pipelines, estándares técnicos y arquitecturas cloud de referencia.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2628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526280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51480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5047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54406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5340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5733288"/>
            <a:ext cx="109728" cy="109728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34" name="Text 32"/>
          <p:cNvSpPr/>
          <p:nvPr/>
        </p:nvSpPr>
        <p:spPr>
          <a:xfrm>
            <a:off x="4727448" y="5632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26280" y="6025896"/>
            <a:ext cx="109728" cy="10972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6" name="Text 34"/>
          <p:cNvSpPr/>
          <p:nvPr/>
        </p:nvSpPr>
        <p:spPr>
          <a:xfrm>
            <a:off x="4727448" y="5925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99832" y="3593592"/>
            <a:ext cx="356616" cy="219456"/>
          </a:xfrm>
          <a:prstGeom prst="rightArrow">
            <a:avLst/>
          </a:prstGeom>
          <a:solidFill>
            <a:srgbClr val="6E7597"/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160020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3E8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8160" y="2011680"/>
            <a:ext cx="3520440" cy="41148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16733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144000" y="1673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Continuo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366760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y madurar el modelo mediante auditoría, cumplimiento normativo y gestión continua de riesgos.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6676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8366760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66760" y="5148072"/>
            <a:ext cx="109728" cy="10972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47" name="Text 45"/>
          <p:cNvSpPr/>
          <p:nvPr/>
        </p:nvSpPr>
        <p:spPr>
          <a:xfrm>
            <a:off x="8567928" y="5047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66760" y="5440680"/>
            <a:ext cx="109728" cy="109728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49" name="Text 47"/>
          <p:cNvSpPr/>
          <p:nvPr/>
        </p:nvSpPr>
        <p:spPr>
          <a:xfrm>
            <a:off x="8567928" y="5340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66760" y="5733288"/>
            <a:ext cx="109728" cy="109728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1" name="Text 49"/>
          <p:cNvSpPr/>
          <p:nvPr/>
        </p:nvSpPr>
        <p:spPr>
          <a:xfrm>
            <a:off x="8567928" y="5632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366760" y="6025896"/>
            <a:ext cx="109728" cy="10972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53" name="Text 51"/>
          <p:cNvSpPr/>
          <p:nvPr/>
        </p:nvSpPr>
        <p:spPr>
          <a:xfrm>
            <a:off x="8567928" y="5925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las bases normativas, arquitectónicas y organizacionales del modelo antes de automatizar procesos.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GOB-001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Gobierno DevSecOps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2613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9010" y="196596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350901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765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ARC-001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5765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901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Target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506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77940" y="1965960"/>
            <a:ext cx="457200" cy="457200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20" name="Text 18"/>
          <p:cNvSpPr/>
          <p:nvPr/>
        </p:nvSpPr>
        <p:spPr>
          <a:xfrm>
            <a:off x="63779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2658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SEC-001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658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7794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Seguridad DevSecOps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399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687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2468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79551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ENG-001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9551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4687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Ingeniería de Software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OPS-001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8872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Inicial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2613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09010" y="4434840"/>
            <a:ext cx="457200" cy="457200"/>
          </a:xfrm>
          <a:prstGeom prst="ellipse">
            <a:avLst/>
          </a:prstGeom>
          <a:solidFill>
            <a:srgbClr val="8E4EC6"/>
          </a:solidFill>
          <a:ln/>
        </p:spPr>
      </p:sp>
      <p:sp>
        <p:nvSpPr>
          <p:cNvPr id="38" name="Text 36"/>
          <p:cNvSpPr/>
          <p:nvPr/>
        </p:nvSpPr>
        <p:spPr>
          <a:xfrm>
            <a:off x="350901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5765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4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IAM-001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5765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0901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Identidad y Acceso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9506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7794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3779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2658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PLT-001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2658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7794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Implementación GitLab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06399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4687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924687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79551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DOC-001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79551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24687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Documental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Operacionalizar el gobierno mediante pipelines, estándares técnicos y arquitecturas cloud de referencia.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ENG-002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Pipelines GitLab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2613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901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50901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765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TMP-001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5765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901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Templates de Pipelines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506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77940" y="1965960"/>
            <a:ext cx="457200" cy="457200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20" name="Text 18"/>
          <p:cNvSpPr/>
          <p:nvPr/>
        </p:nvSpPr>
        <p:spPr>
          <a:xfrm>
            <a:off x="63779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2658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658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7794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Seguridad en Pipelines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399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6870" y="196596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6" name="Text 24"/>
          <p:cNvSpPr/>
          <p:nvPr/>
        </p:nvSpPr>
        <p:spPr>
          <a:xfrm>
            <a:off x="92468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79551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ARC-002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9551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4687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de Referencia Cloud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INT-001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8872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de Integración Cloud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2613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09010" y="4434840"/>
            <a:ext cx="457200" cy="457200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8" name="Text 36"/>
          <p:cNvSpPr/>
          <p:nvPr/>
        </p:nvSpPr>
        <p:spPr>
          <a:xfrm>
            <a:off x="350901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5765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OPS-002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5765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0901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Gestión de Deploy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9506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77940" y="4434840"/>
            <a:ext cx="457200" cy="457200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4" name="Text 42"/>
          <p:cNvSpPr/>
          <p:nvPr/>
        </p:nvSpPr>
        <p:spPr>
          <a:xfrm>
            <a:off x="63779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2658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QA-001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2658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7794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Calidad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06399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46870" y="4434840"/>
            <a:ext cx="457200" cy="457200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0" name="Text 48"/>
          <p:cNvSpPr/>
          <p:nvPr/>
        </p:nvSpPr>
        <p:spPr>
          <a:xfrm>
            <a:off x="924687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79551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ART-001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79551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24687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Gestión de Artefactos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Continuo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y madurar el modelo mediante auditoría, cumplimiento normativo y gestión continua de riesgos.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CMP-001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Cumplimiento PCI DSS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2613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9010" y="196596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350901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765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CMP-002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5765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901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506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77940" y="1965960"/>
            <a:ext cx="457200" cy="457200"/>
          </a:xfrm>
          <a:prstGeom prst="ellipse">
            <a:avLst/>
          </a:prstGeom>
          <a:solidFill>
            <a:srgbClr val="E8555F"/>
          </a:solidFill>
          <a:ln/>
        </p:spPr>
      </p:sp>
      <p:sp>
        <p:nvSpPr>
          <p:cNvPr id="20" name="Text 18"/>
          <p:cNvSpPr/>
          <p:nvPr/>
        </p:nvSpPr>
        <p:spPr>
          <a:xfrm>
            <a:off x="63779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2658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658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7794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Seguridad Avanzada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3990" y="178308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6870" y="1965960"/>
            <a:ext cx="457200" cy="457200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26" name="Text 24"/>
          <p:cNvSpPr/>
          <p:nvPr/>
        </p:nvSpPr>
        <p:spPr>
          <a:xfrm>
            <a:off x="92468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795510" y="198424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95510" y="220370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46870" y="256032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Gestión del Cambio Integrado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AUD-001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8872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Evidencias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2613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09010" y="443484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8" name="Text 36"/>
          <p:cNvSpPr/>
          <p:nvPr/>
        </p:nvSpPr>
        <p:spPr>
          <a:xfrm>
            <a:off x="350901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5765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AUD-002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5765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0901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Auditoría Continua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9506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77940" y="443484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44" name="Text 42"/>
          <p:cNvSpPr/>
          <p:nvPr/>
        </p:nvSpPr>
        <p:spPr>
          <a:xfrm>
            <a:off x="63779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2658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RSK-001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2658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7794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Gestión de Riesgos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063990" y="4251960"/>
            <a:ext cx="2667762" cy="224028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46870" y="443484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50" name="Text 48"/>
          <p:cNvSpPr/>
          <p:nvPr/>
        </p:nvSpPr>
        <p:spPr>
          <a:xfrm>
            <a:off x="924687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795510" y="4453128"/>
            <a:ext cx="1753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EXC-001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795510" y="4672584"/>
            <a:ext cx="1753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246870" y="5029200"/>
            <a:ext cx="23020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Excepciones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aplicación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53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190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depende de que la anterior esté formalizada y aprobada; no se automatiza sin gobierno, y no se audita sin automatización estable.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70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continua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13639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no son etapas cerradas: Fundación y Automatización se revisan cada vez que Cumplimiento Continuo detecta brechas o cambios regulatorios.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320040" cy="3200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87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cruzada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5537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de una fase posterior debe referenciar explícitamente al documento de política o estándar que lo origina en fases previas.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Plantillas_DevSecOps_Roadmap  ·  24 documentos  ·  3 fases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2026-08-17T02:39:50Z</dcterms:created>
  <dcterms:modified xsi:type="dcterms:W3CDTF">2026-08-17T02:39:50Z</dcterms:modified>
</cp:coreProperties>
</file>